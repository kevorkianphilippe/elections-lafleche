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Lemoigne</c:v>
                </c:pt>
              </c:strCache>
            </c:strRef>
          </c:tx>
          <c:spPr>
            <a:solidFill>
              <a:srgbClr val="5C6B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Europeennes</c:v>
                  </c:pt>
                  <c:pt idx="1">
                    <c:v>Legislatives</c:v>
                  </c:pt>
                  <c:pt idx="2">
                    <c:v>Presidentielle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38.4</c:v>
                </c:pt>
                <c:pt idx="2">
                  <c:v>30.9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 Silva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Europeennes</c:v>
                  </c:pt>
                  <c:pt idx="1">
                    <c:v>Legislatives</c:v>
                  </c:pt>
                  <c:pt idx="2">
                    <c:v>Presidentielle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24.6</c:v>
                </c:pt>
                <c:pt idx="1">
                  <c:v>27.1</c:v>
                </c:pt>
                <c:pt idx="2">
                  <c:v>30.4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Grelet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Europeennes</c:v>
                  </c:pt>
                  <c:pt idx="1">
                    <c:v>Legislatives</c:v>
                  </c:pt>
                  <c:pt idx="2">
                    <c:v>Presidentielle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37.4</c:v>
                </c:pt>
                <c:pt idx="1">
                  <c:v>34.5</c:v>
                </c:pt>
                <c:pt idx="2">
                  <c:v>38.8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74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Municipales La Fleche 2026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A82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et plan d'action militant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basees sur 3 scenarios electoraux — 10 267 inscrits — 17 bureaux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3840480"/>
            <a:ext cx="2011680" cy="457200"/>
          </a:xfrm>
          <a:prstGeom prst="rect">
            <a:avLst/>
          </a:prstGeom>
          <a:solidFill>
            <a:srgbClr val="5C6B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Lemoigne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3840480"/>
            <a:ext cx="2011680" cy="45720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 Silva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3840480"/>
            <a:ext cx="2011680" cy="457200"/>
          </a:xfrm>
          <a:prstGeom prst="rect">
            <a:avLst/>
          </a:prstGeom>
          <a:solidFill>
            <a:srgbClr val="E91E6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Grelet-Certenais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a retenir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L'election est tres serree : tout se joue sur la mobilisation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73152" cy="91440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920240"/>
            <a:ext cx="502920" cy="502920"/>
          </a:xfrm>
          <a:prstGeom prst="ellipse">
            <a:avLst/>
          </a:prstGeom>
          <a:solidFill>
            <a:srgbClr val="FFA72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incertain selon le scenario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2121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Lemoigne favori si la dynamique RN de 2024 se maintient (59 a 94% de chances). Grelet favorite si retour a la configuration 2022 (99%).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88920"/>
            <a:ext cx="73152" cy="9144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97180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tour certain dans tous les scenarios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172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liste n'atteint la majorite absolue au 1er tour. La strategie d'entre-deux-tours sera decisive.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840480"/>
            <a:ext cx="73152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0233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bureaux strategiques a cibler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4224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bureaux 4, 17, 12, 5, 11, 16 et 7 representent 41% des inscrits et concentrent les electeurs les plus indecis.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scenarios et leurs resultats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scenario simule ce qui se passerait si les electeurs se mobilisaient comme lors d'un scrutin passe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97280"/>
                <a:gridCol w="109728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Lemoigne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Silva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 Lemoigne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 Grelet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Europeennes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Legislatives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Presidentielle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3200400"/>
          <a:ext cx="8229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determinante : la mobilisation 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1828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RN a La Fleche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Europeennes juin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Legislatives juillet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73152" cy="182880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estime RN vers Lemoigne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75-78%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electeurs RN votent Lemoigne aux municipales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01752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RN maintient son niveau de 2024 (34-37%) aux municipales, les reports massifs vers Lemoigne lui donnent un avantage net (59 a 94% de chances de victoire)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RN retombe a son niveau de 2022 (25%), ces reports ne suffisent plus et Grelet redevient favorite (99%)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: la mobilisation RN locale est la variable qui fait basculer l'election dans un sens ou dans l'autre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bureaux ou tout se joue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bureaux concentrent 41% de l'electorat et les electeurs les plus volatils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28016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Grelet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PRIORITAIRE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PRIORITAIRE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PRIORITAIRE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4 = cible numero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4074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forte volatilite electorale (7.4) + score Grelet 2020 le plus bas (58%) = le bureau qui peut le plus basculer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 message selon le bureau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D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73152" cy="19202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jeunes (18-35 ans)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286000" cy="2560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Bureaux 1, 5, 13, 14,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Electorat plus volatile, sensible aux questions emploi, logement et pouvoir d'achat. Participation souvent plus faible : la mobilisation y est cruciale.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3657600" cy="320040"/>
          </a:xfrm>
          <a:prstGeom prst="rect">
            <a:avLst/>
          </a:prstGeom>
          <a:solidFill>
            <a:srgbClr val="F9A82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Parler emploi, logement, 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73152" cy="19202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seniors (66-80 ans)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207008"/>
            <a:ext cx="2286000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Bureaux 6, 7, 8, 9, 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plus conservateur et plus stable. Sensibles aux questions de sante, securite et cadre de vie. Forte participation habituelle.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Parler sante, securite, cadre de vie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160520" cy="19202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73152" cy="19202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actifs (36-65 ans)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310128"/>
            <a:ext cx="2286000" cy="2560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Bureaux 2, 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intermediaires, familles. Sensibles aux impots locaux, services scolaires, transports et commerces de proximite.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389120"/>
            <a:ext cx="3657600" cy="32004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Parler fiscalite, ecoles, services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926080"/>
            <a:ext cx="73152" cy="1920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tres ages (80+ ans)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310128"/>
            <a:ext cx="2286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Bureaux 4, 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Historiquement orientes a gauche. Potentiel de basculement important. Difficulte de mobilisation (deplacement, isolement).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4389120"/>
            <a:ext cx="3657600" cy="3200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Proposer accompagnement au vote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: que faire concretement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8686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868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: 7 bureaux prioritaires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070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le porte-a-porte sur les bureaux 4, 17, 12, 5, 11, 16 et 7. Ce sont les bureaux ou les electeurs sont les plus indecis et ou chaque voix pese le plus.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1874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4 : cible prioritaire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128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inscrits, plus forte volatilite, score Grelet 2020 le plus bas (58%). C'est le bureau ou le resultat peut le plus bouger. Mobilisation intensive necessaire.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73152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2880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 discours par bureau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2186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(1,5,13-15) : emploi, logement. Seniors (6-9,17) : sante, securite. Actifs (2,14) : pouvoir d'achat. Tres ages (4,12) : accompagnement au vote.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886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le 2nd tour des maintenant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224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scenarios donnent un 2nd tour. La strategie d'alliance et de report sera decisive. Identifier des maintenant les electeurs de la 3e liste susceptibles de se reporter.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L'election se jouera sur la mobilisation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L'ecart projete est de quelques centaines de voix : chaque electeur convaincu compte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657600" cy="1097280"/>
          </a:xfrm>
          <a:prstGeom prst="rect">
            <a:avLst/>
          </a:prstGeom>
          <a:solidFill>
            <a:srgbClr val="5C6B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 forte mobilisation RN/droite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Lemoigne favori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(59 a 94% de chances)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657600" cy="1097280"/>
          </a:xfrm>
          <a:prstGeom prst="rect">
            <a:avLst/>
          </a:prstGeom>
          <a:solidFill>
            <a:srgbClr val="E91E6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 forte mobilisation gauche/centre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Grelet favorite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(jusqu'a 99% de chances)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7680960" cy="150876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52044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l'electorat se trouve dans nos 7 bureaux cibles : concentrons nos efforts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2nd tour est certain : preparons des maintenant la strategie d'alliance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porte frappee, chaque electeur convaincu peut faire basculer le resultat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Elections La Fleche 2026 — Projections Monte Carlo sur donnees electorales 2019-2024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Elections La Fleche 2026 - Synthese Militants</dc:title>
  <dc:subject>PptxGenJS Presentation</dc:subject>
  <dc:creator>Elections La Fleche 2026</dc:creator>
  <cp:lastModifiedBy>Elections La Fleche 2026</cp:lastModifiedBy>
  <cp:revision>1</cp:revision>
  <dcterms:created xsi:type="dcterms:W3CDTF">2026-03-14T11:32:56Z</dcterms:created>
  <dcterms:modified xsi:type="dcterms:W3CDTF">2026-03-14T11:32:56Z</dcterms:modified>
</cp:coreProperties>
</file>